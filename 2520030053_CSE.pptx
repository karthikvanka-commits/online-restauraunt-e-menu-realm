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9"/>
  </p:notesMasterIdLst>
  <p:handoutMasterIdLst>
    <p:handoutMasterId r:id="rId20"/>
  </p:handoutMasterIdLst>
  <p:sldIdLst>
    <p:sldId id="314" r:id="rId3"/>
    <p:sldId id="323" r:id="rId4"/>
    <p:sldId id="266" r:id="rId5"/>
    <p:sldId id="341" r:id="rId6"/>
    <p:sldId id="342" r:id="rId7"/>
    <p:sldId id="343" r:id="rId8"/>
    <p:sldId id="349" r:id="rId9"/>
    <p:sldId id="344" r:id="rId10"/>
    <p:sldId id="345" r:id="rId11"/>
    <p:sldId id="350" r:id="rId12"/>
    <p:sldId id="346" r:id="rId13"/>
    <p:sldId id="351" r:id="rId14"/>
    <p:sldId id="340" r:id="rId15"/>
    <p:sldId id="347" r:id="rId16"/>
    <p:sldId id="348" r:id="rId17"/>
    <p:sldId id="33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33"/>
  </p:normalViewPr>
  <p:slideViewPr>
    <p:cSldViewPr snapToGrid="0" snapToObjects="1">
      <p:cViewPr varScale="1">
        <p:scale>
          <a:sx n="80" d="100"/>
          <a:sy n="80" d="100"/>
        </p:scale>
        <p:origin x="1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09-03-2026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09-03-2026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09-03-2026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09-03-2026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Online Restaurant E-Menu Realm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</a:t>
            </a:r>
            <a:r>
              <a:rPr lang="en-US" sz="9600" dirty="0" err="1"/>
              <a:t>V.Karthik</a:t>
            </a:r>
            <a:endParaRPr lang="en-US" sz="9600" dirty="0"/>
          </a:p>
          <a:p>
            <a:pPr marL="0" indent="0" algn="ctr">
              <a:buNone/>
            </a:pPr>
            <a:r>
              <a:rPr lang="en-US" sz="9600" dirty="0"/>
              <a:t>Student ID: 2520030053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Cluster:1</a:t>
            </a:r>
          </a:p>
          <a:p>
            <a:pPr marL="0" indent="0" algn="ctr">
              <a:buNone/>
            </a:pPr>
            <a:r>
              <a:rPr lang="en-US" sz="11200" dirty="0"/>
              <a:t>Section: 3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09-03-2026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361" y="5015918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N.M. Deepika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project presents a </a:t>
            </a:r>
            <a:r>
              <a:rPr lang="en-US" sz="2400" b="1" dirty="0"/>
              <a:t>modern restaurant web application called “Tasty Bites”</a:t>
            </a:r>
            <a:r>
              <a:rPr lang="en-US" sz="2400" dirty="0"/>
              <a:t>, developed using </a:t>
            </a:r>
            <a:r>
              <a:rPr lang="en-US" sz="2400" b="1" dirty="0"/>
              <a:t>HTML, CSS, and JavaScript</a:t>
            </a:r>
            <a:r>
              <a:rPr lang="en-US" sz="2400" dirty="0"/>
              <a:t> to provide an interactive online food ordering experience.</a:t>
            </a:r>
          </a:p>
          <a:p>
            <a:r>
              <a:rPr lang="en-US" sz="2400" dirty="0"/>
              <a:t> The website showcases a well-structured digital menu that categorizes food items into vegetarian, non-vegetarian, and desserts or refreshments, each displayed with images, descriptions, and prices.</a:t>
            </a:r>
          </a:p>
          <a:p>
            <a:r>
              <a:rPr lang="en-US" sz="2400" dirty="0"/>
              <a:t>Users can browse through the menu, add items to a shopping cart, adjust item quantities, and view the total cost dynamically. </a:t>
            </a:r>
          </a:p>
          <a:p>
            <a:r>
              <a:rPr lang="en-US" sz="2400" dirty="0"/>
              <a:t>The interface includes a sticky navigation bar, visually appealing food cards, and responsive layouts to enhance usability and user experience.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existing restaurant ordering system is mainly </a:t>
            </a:r>
            <a:r>
              <a:rPr lang="en-US" b="1" dirty="0"/>
              <a:t>manual and paper-based</a:t>
            </a:r>
            <a:r>
              <a:rPr lang="en-US" dirty="0"/>
              <a:t>, where orders are written by waiters.</a:t>
            </a:r>
          </a:p>
          <a:p>
            <a:r>
              <a:rPr lang="en-US" dirty="0"/>
              <a:t>Customers must </a:t>
            </a:r>
            <a:r>
              <a:rPr lang="en-US" b="1" dirty="0"/>
              <a:t>verbally tell their order</a:t>
            </a:r>
            <a:r>
              <a:rPr lang="en-US" dirty="0"/>
              <a:t>, and the waiter records it manually.</a:t>
            </a:r>
          </a:p>
          <a:p>
            <a:r>
              <a:rPr lang="en-US" dirty="0"/>
              <a:t>Managing </a:t>
            </a:r>
            <a:r>
              <a:rPr lang="en-US" b="1" dirty="0"/>
              <a:t>menu details, prices, and availability</a:t>
            </a:r>
            <a:r>
              <a:rPr lang="en-US" dirty="0"/>
              <a:t> becomes difficult when done manually.</a:t>
            </a:r>
          </a:p>
          <a:p>
            <a:r>
              <a:rPr lang="en-US" dirty="0"/>
              <a:t>There is a </a:t>
            </a:r>
            <a:r>
              <a:rPr lang="en-US" b="1" dirty="0"/>
              <a:t>high chance of human errors</a:t>
            </a:r>
            <a:r>
              <a:rPr lang="en-US" dirty="0"/>
              <a:t> while writing or communicating orders.</a:t>
            </a:r>
          </a:p>
          <a:p>
            <a:r>
              <a:rPr lang="en-US" dirty="0"/>
              <a:t>Sometimes </a:t>
            </a:r>
            <a:r>
              <a:rPr lang="en-US" b="1" dirty="0"/>
              <a:t>orders may be misplaced or misunderstood</a:t>
            </a:r>
            <a:r>
              <a:rPr lang="en-US" dirty="0"/>
              <a:t>, causing delays in service.</a:t>
            </a:r>
          </a:p>
          <a:p>
            <a:pPr marL="457200" lvl="1" indent="-339725" algn="just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proposed system is a </a:t>
            </a:r>
            <a:r>
              <a:rPr lang="en-US" b="1" dirty="0"/>
              <a:t>web-based Online Restaurant E-Menu and Food Ordering System</a:t>
            </a:r>
            <a:r>
              <a:rPr lang="en-US" dirty="0"/>
              <a:t> that automates restaurant ordering operations.</a:t>
            </a:r>
          </a:p>
          <a:p>
            <a:r>
              <a:rPr lang="en-US" dirty="0"/>
              <a:t>It provides a </a:t>
            </a:r>
            <a:r>
              <a:rPr lang="en-US" b="1" dirty="0"/>
              <a:t>digital menu interface</a:t>
            </a:r>
            <a:r>
              <a:rPr lang="en-US" dirty="0"/>
              <a:t> where customers can easily view food items with images, descriptions, and prices.</a:t>
            </a:r>
          </a:p>
          <a:p>
            <a:r>
              <a:rPr lang="en-US" dirty="0"/>
              <a:t>Customers can </a:t>
            </a:r>
            <a:r>
              <a:rPr lang="en-US" b="1" dirty="0"/>
              <a:t>add items to the cart and modify quantities</a:t>
            </a:r>
            <a:r>
              <a:rPr lang="en-US" dirty="0"/>
              <a:t> before placing the order.</a:t>
            </a:r>
          </a:p>
          <a:p>
            <a:r>
              <a:rPr lang="en-US" dirty="0"/>
              <a:t>The system allows customers to </a:t>
            </a:r>
            <a:r>
              <a:rPr lang="en-US" b="1" dirty="0"/>
              <a:t>place orders by entering their details and selecting dine-in or delivery options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8021B3F-F301-5A46-6147-682CA88F62B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405" y="1825625"/>
            <a:ext cx="5799189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86DD9C76-6451-372A-848E-4F9B3B6411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297" y="1262063"/>
            <a:ext cx="8707539" cy="5751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Menu Display Module</a:t>
            </a:r>
          </a:p>
          <a:p>
            <a:r>
              <a:rPr lang="en-US" sz="2400" dirty="0"/>
              <a:t>• Displays the </a:t>
            </a:r>
            <a:r>
              <a:rPr lang="en-US" sz="2400" b="1" dirty="0"/>
              <a:t>complete restaurant menu with food images, descriptions, and prices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• Allows customers to </a:t>
            </a:r>
            <a:r>
              <a:rPr lang="en-US" sz="2400" b="1" dirty="0"/>
              <a:t>browse different categories such as vegetarian, non-vegetarian, and desserts</a:t>
            </a:r>
            <a:r>
              <a:rPr lang="en-US" sz="2400" dirty="0"/>
              <a:t>.</a:t>
            </a:r>
          </a:p>
          <a:p>
            <a:r>
              <a:rPr lang="en-US" sz="2400" b="1" dirty="0"/>
              <a:t>Cart Management Module</a:t>
            </a:r>
          </a:p>
          <a:p>
            <a:r>
              <a:rPr lang="en-US" sz="2400" dirty="0"/>
              <a:t>• Allows users to </a:t>
            </a:r>
            <a:r>
              <a:rPr lang="en-US" sz="2400" b="1" dirty="0"/>
              <a:t>add food items to the cart and modify quantities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• Automatically </a:t>
            </a:r>
            <a:r>
              <a:rPr lang="en-US" sz="2400" b="1" dirty="0"/>
              <a:t>updates the cart total and displays selected items</a:t>
            </a:r>
            <a:r>
              <a:rPr lang="en-US" sz="2400" dirty="0"/>
              <a:t>.</a:t>
            </a:r>
          </a:p>
          <a:p>
            <a:r>
              <a:rPr lang="en-US" sz="2400" b="1" dirty="0"/>
              <a:t>Order Processing Module</a:t>
            </a:r>
          </a:p>
          <a:p>
            <a:r>
              <a:rPr lang="en-US" sz="2400" dirty="0"/>
              <a:t>• Enables customers to </a:t>
            </a:r>
            <a:r>
              <a:rPr lang="en-US" sz="2400" b="1" dirty="0"/>
              <a:t>confirm their order with personal details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• Calculates the </a:t>
            </a:r>
            <a:r>
              <a:rPr lang="en-US" sz="2400" b="1" dirty="0"/>
              <a:t>total bill and prepares the order summary</a:t>
            </a:r>
            <a:r>
              <a:rPr lang="en-US" sz="2400" dirty="0"/>
              <a:t>.</a:t>
            </a:r>
          </a:p>
          <a:p>
            <a:endParaRPr lang="en-US" sz="24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DA28E-B49D-675B-B981-2D946C7BB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396" y="855677"/>
            <a:ext cx="10741404" cy="532128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Order Type Selection Module</a:t>
            </a:r>
          </a:p>
          <a:p>
            <a:r>
              <a:rPr lang="en-US" sz="2400" dirty="0"/>
              <a:t>Allows customers to </a:t>
            </a:r>
            <a:r>
              <a:rPr lang="en-US" sz="2400" b="1" dirty="0"/>
              <a:t>choose between dine-in and home delivery options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Displays additional fields such as </a:t>
            </a:r>
            <a:r>
              <a:rPr lang="en-US" sz="2400" b="1" dirty="0"/>
              <a:t>table number or delivery address based on the selection</a:t>
            </a:r>
            <a:r>
              <a:rPr lang="en-US" sz="2400" dirty="0"/>
              <a:t>.</a:t>
            </a:r>
          </a:p>
          <a:p>
            <a:r>
              <a:rPr lang="en-US" sz="2400" b="1" dirty="0"/>
              <a:t>Payment Module</a:t>
            </a:r>
          </a:p>
          <a:p>
            <a:r>
              <a:rPr lang="en-US" sz="2400" dirty="0"/>
              <a:t>Provides multiple </a:t>
            </a:r>
            <a:r>
              <a:rPr lang="en-US" sz="2400" b="1" dirty="0"/>
              <a:t>payment options such as Cash, Card, and UPI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Displays the </a:t>
            </a:r>
            <a:r>
              <a:rPr lang="en-US" sz="2400" b="1" dirty="0"/>
              <a:t>payment method and order confirmation details</a:t>
            </a:r>
            <a:r>
              <a:rPr lang="en-US" sz="2400" dirty="0"/>
              <a:t>.</a:t>
            </a:r>
          </a:p>
          <a:p>
            <a:r>
              <a:rPr lang="en-US" sz="2400" b="1" dirty="0"/>
              <a:t>Customer Review Module</a:t>
            </a:r>
          </a:p>
          <a:p>
            <a:r>
              <a:rPr lang="en-US" sz="2400" dirty="0"/>
              <a:t>Allows customers to </a:t>
            </a:r>
            <a:r>
              <a:rPr lang="en-US" sz="2400" b="1" dirty="0"/>
              <a:t>rate their experience using a star rating system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Enables users to </a:t>
            </a:r>
            <a:r>
              <a:rPr lang="en-US" sz="2400" b="1" dirty="0"/>
              <a:t>submit feedback about the food and service</a:t>
            </a:r>
            <a:r>
              <a:rPr lang="en-US" sz="2400" dirty="0"/>
              <a:t>.</a:t>
            </a:r>
          </a:p>
          <a:p>
            <a:r>
              <a:rPr lang="en-US" sz="2400" b="1" dirty="0"/>
              <a:t>Data Storage Module</a:t>
            </a:r>
          </a:p>
          <a:p>
            <a:r>
              <a:rPr lang="en-US" sz="2400" dirty="0"/>
              <a:t>Stores </a:t>
            </a:r>
            <a:r>
              <a:rPr lang="en-US" sz="2400" b="1" dirty="0"/>
              <a:t>order details, cart information, and customer feedback</a:t>
            </a:r>
            <a:r>
              <a:rPr lang="en-US" sz="2400" dirty="0"/>
              <a:t> using browser storage.</a:t>
            </a:r>
            <a:br>
              <a:rPr lang="en-US" sz="2400" dirty="0"/>
            </a:br>
            <a:r>
              <a:rPr lang="en-US" sz="2400" dirty="0"/>
              <a:t>Ensures </a:t>
            </a:r>
            <a:r>
              <a:rPr lang="en-US" sz="2400" b="1" dirty="0"/>
              <a:t>quick access and retrieval of order data</a:t>
            </a:r>
            <a:r>
              <a:rPr lang="en-US" sz="2400" dirty="0"/>
              <a:t>.</a:t>
            </a:r>
          </a:p>
          <a:p>
            <a:endParaRPr lang="en-IN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1CACB-A69B-B4E5-3510-25C79FF60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26AED-EAB7-A926-CF59-55A91E700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F8243-D756-F0DB-E1A9-658DC61AB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283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To develop a </a:t>
            </a:r>
            <a:r>
              <a:rPr lang="en-US" b="1" dirty="0"/>
              <a:t>web-based online restaurant ordering system</a:t>
            </a:r>
            <a:r>
              <a:rPr lang="en-US" dirty="0"/>
              <a:t> for customers.</a:t>
            </a:r>
          </a:p>
          <a:p>
            <a:r>
              <a:rPr lang="en-US" dirty="0"/>
              <a:t>To allow users to </a:t>
            </a:r>
            <a:r>
              <a:rPr lang="en-US" b="1" dirty="0"/>
              <a:t>view the digital menu with food images, descriptions, and prices</a:t>
            </a:r>
            <a:r>
              <a:rPr lang="en-US" dirty="0"/>
              <a:t>.</a:t>
            </a:r>
          </a:p>
          <a:p>
            <a:r>
              <a:rPr lang="en-US" dirty="0"/>
              <a:t>To enable customers to </a:t>
            </a:r>
            <a:r>
              <a:rPr lang="en-US" b="1" dirty="0"/>
              <a:t>add items to cart and manage their food orders easily</a:t>
            </a:r>
            <a:r>
              <a:rPr lang="en-US" dirty="0"/>
              <a:t>.</a:t>
            </a:r>
          </a:p>
          <a:p>
            <a:r>
              <a:rPr lang="en-US" dirty="0"/>
              <a:t>To provide a system that </a:t>
            </a:r>
            <a:r>
              <a:rPr lang="en-US" b="1" dirty="0"/>
              <a:t>automatically calculates the total order cost</a:t>
            </a:r>
            <a:r>
              <a:rPr lang="en-US" dirty="0"/>
              <a:t>.</a:t>
            </a:r>
          </a:p>
          <a:p>
            <a:r>
              <a:rPr lang="en-US" dirty="0"/>
              <a:t>To allow customers to </a:t>
            </a:r>
            <a:r>
              <a:rPr lang="en-US" b="1" dirty="0"/>
              <a:t>choose order types such as dine-in or home delivery</a:t>
            </a:r>
            <a:r>
              <a:rPr lang="en-US" dirty="0"/>
              <a:t>.</a:t>
            </a:r>
          </a:p>
          <a:p>
            <a:r>
              <a:rPr lang="en-US" dirty="0"/>
              <a:t>To provide </a:t>
            </a:r>
            <a:r>
              <a:rPr lang="en-US" b="1" dirty="0"/>
              <a:t>multiple payment options like Cash, Card, and UPI</a:t>
            </a:r>
            <a:r>
              <a:rPr lang="en-US" dirty="0"/>
              <a:t> for convenience.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286" y="1325460"/>
            <a:ext cx="10657514" cy="490755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200" b="1" dirty="0"/>
              <a:t>CO1: Internet Fundamentals, HTML, Intro CSS</a:t>
            </a:r>
            <a:endParaRPr lang="en-IN" sz="2200" dirty="0"/>
          </a:p>
          <a:p>
            <a:r>
              <a:rPr lang="en-IN" sz="2200" dirty="0"/>
              <a:t>Basics of internet and web: HTTP/HTTPS, client-server model, browsers, hosting, domains.</a:t>
            </a:r>
          </a:p>
          <a:p>
            <a:r>
              <a:rPr lang="en-IN" sz="2200" dirty="0"/>
              <a:t>HTML structure and core content tags: document skeleton, headings, paragraphs, links.</a:t>
            </a:r>
          </a:p>
          <a:p>
            <a:r>
              <a:rPr lang="en-IN" sz="2200" dirty="0"/>
              <a:t>Intro CSS: syntax, selectors, typography, </a:t>
            </a:r>
            <a:r>
              <a:rPr lang="en-IN" sz="2200" dirty="0" err="1"/>
              <a:t>colors</a:t>
            </a:r>
            <a:r>
              <a:rPr lang="en-IN" sz="2200" dirty="0"/>
              <a:t>, and spacing fundamentals (margin, padding, border).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200" b="1" dirty="0"/>
              <a:t>CO2: Forms, Semantic HTML, Advanced CSS Layout</a:t>
            </a:r>
            <a:endParaRPr lang="en-IN" sz="2200" dirty="0"/>
          </a:p>
          <a:p>
            <a:r>
              <a:rPr lang="en-IN" sz="2200" dirty="0"/>
              <a:t>HTML forms: form elements, input types/attributes, and validation basics.</a:t>
            </a:r>
          </a:p>
          <a:p>
            <a:r>
              <a:rPr lang="en-IN" sz="2200" dirty="0"/>
              <a:t>Structured content: semantic tags, tables, media elements, and accessibility attributes.</a:t>
            </a:r>
          </a:p>
          <a:p>
            <a:r>
              <a:rPr lang="en-IN" sz="2200" dirty="0"/>
              <a:t>CSS in depth: advanced selectors, Flexbox, Grid, block layout, media queries, transitions, animations, CSS functions, custom properties, Bootstrap utilities, SCSS basics, and responsive/themed UI design.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6070FE-7E88-AC99-6C91-752ACB039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A147-4763-262F-CB0B-DB4B9CF56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E3AF-705F-D044-56C8-E7D33D3B1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AC46ED8-EF64-71ED-0561-22363108A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7198" y="844113"/>
            <a:ext cx="10515600" cy="4351338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200" b="1" dirty="0"/>
              <a:t>CO3: JavaScript Programming Essentials</a:t>
            </a:r>
            <a:endParaRPr lang="en-IN" sz="2200" dirty="0"/>
          </a:p>
          <a:p>
            <a:r>
              <a:rPr lang="en-IN" sz="2200" dirty="0"/>
              <a:t>Core JavaScript: operators, conditions, loops, functions, arrow functions, callbacks.</a:t>
            </a:r>
          </a:p>
          <a:p>
            <a:r>
              <a:rPr lang="en-IN" sz="2200" dirty="0"/>
              <a:t>Data structures and OOP basics: objects, inheritance concepts, arrays and array methods.</a:t>
            </a:r>
          </a:p>
          <a:p>
            <a:r>
              <a:rPr lang="en-IN" sz="2200" dirty="0"/>
              <a:t>Number formats: hexadecimal and scientific literals.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200" b="1" dirty="0"/>
              <a:t>CO4: JavaScript Interactivity and DOM</a:t>
            </a:r>
            <a:endParaRPr lang="en-IN" sz="2200" dirty="0"/>
          </a:p>
          <a:p>
            <a:r>
              <a:rPr lang="en-IN" sz="2200" dirty="0"/>
              <a:t>DOM and event handling: selecting/updating elements and responding to user actions.</a:t>
            </a:r>
          </a:p>
          <a:p>
            <a:r>
              <a:rPr lang="en-IN" sz="2200" dirty="0"/>
              <a:t>Browser storage and async JS: local/session storage, asynchronous programming, and Promises.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200" b="1" dirty="0"/>
              <a:t>CO5: Advanced Web Dev and Deployment</a:t>
            </a:r>
            <a:endParaRPr lang="en-IN" sz="2200" dirty="0"/>
          </a:p>
          <a:p>
            <a:r>
              <a:rPr lang="en-IN" sz="2200" dirty="0"/>
              <a:t>Error handling and ES6 modules.</a:t>
            </a:r>
          </a:p>
          <a:p>
            <a:r>
              <a:rPr lang="en-IN" sz="2200" dirty="0"/>
              <a:t>Dynamic forms and API integration with JavaScript.</a:t>
            </a:r>
          </a:p>
          <a:p>
            <a:endParaRPr lang="en-IN" sz="2200" dirty="0"/>
          </a:p>
          <a:p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1643419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200" b="1" dirty="0"/>
              <a:t>CO1: Algorithm Analysis, Searching, and Basic Sorting</a:t>
            </a:r>
            <a:endParaRPr lang="en-US" sz="2200" dirty="0"/>
          </a:p>
          <a:p>
            <a:r>
              <a:rPr lang="en-US" sz="2200" dirty="0"/>
              <a:t>Algorithm analysis foundations: mathematical background, computational model, and running-time calculations.</a:t>
            </a:r>
          </a:p>
          <a:p>
            <a:r>
              <a:rPr lang="en-US" sz="2200" dirty="0"/>
              <a:t>Searching techniques: Linear Search and Binary Search with analysis.</a:t>
            </a:r>
          </a:p>
          <a:p>
            <a:r>
              <a:rPr lang="en-US" sz="2200" dirty="0"/>
              <a:t>Sorting introduction with basic methods: Bubble Sort, Insertion Sort, Selection Sort.</a:t>
            </a:r>
          </a:p>
          <a:p>
            <a:endParaRPr lang="en-US" sz="22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2200" b="1" dirty="0"/>
              <a:t>CO2: Advanced Sorting Techniques</a:t>
            </a:r>
            <a:endParaRPr lang="en-US" sz="2200" dirty="0"/>
          </a:p>
          <a:p>
            <a:r>
              <a:rPr lang="en-US" sz="2200" dirty="0"/>
              <a:t>Divide-and-conquer sorting methods: Merge Sort and Quick Sort.</a:t>
            </a:r>
          </a:p>
          <a:p>
            <a:r>
              <a:rPr lang="en-US" sz="2200" dirty="0"/>
              <a:t>Comparative understanding of sorting algorithms based on time complexity and use cases.</a:t>
            </a:r>
          </a:p>
          <a:p>
            <a:endParaRPr lang="en-US" sz="2200" dirty="0"/>
          </a:p>
          <a:p>
            <a:endParaRPr lang="en-US" sz="2200" dirty="0"/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C8128-429C-714A-97BE-82A042027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226" y="755009"/>
            <a:ext cx="11068574" cy="5421954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200" b="1" dirty="0"/>
              <a:t>CO3: Lists and Linked List ADTs</a:t>
            </a:r>
            <a:endParaRPr lang="en-US" sz="2200" dirty="0"/>
          </a:p>
          <a:p>
            <a:r>
              <a:rPr lang="en-US" sz="2200" dirty="0"/>
              <a:t>Abstract Data Types (ADTs) and List ADT concepts.</a:t>
            </a:r>
          </a:p>
          <a:p>
            <a:r>
              <a:rPr lang="en-US" sz="2200" dirty="0"/>
              <a:t>Linked list implementations: singly, doubly, and circular linked lists.</a:t>
            </a:r>
          </a:p>
          <a:p>
            <a:r>
              <a:rPr lang="en-US" sz="2200" dirty="0"/>
              <a:t>Applications of lists and introduction to Polynomial ADT representation.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200" b="1" dirty="0"/>
              <a:t>CO4: Stacks and Queues</a:t>
            </a:r>
            <a:endParaRPr lang="en-US" sz="2200" dirty="0"/>
          </a:p>
          <a:p>
            <a:r>
              <a:rPr lang="en-US" sz="2200" dirty="0"/>
              <a:t>Stack ADT: operations and applications.</a:t>
            </a:r>
          </a:p>
          <a:p>
            <a:r>
              <a:rPr lang="en-US" sz="2200" dirty="0"/>
              <a:t>Expression-related applications: infix to postfix conversion, arithmetic expression evaluation, balancing symbols.</a:t>
            </a:r>
          </a:p>
          <a:p>
            <a:r>
              <a:rPr lang="en-US" sz="2200" dirty="0"/>
              <a:t>Queue ADT: operations, Circular Queue, Dequeue (Deque).</a:t>
            </a:r>
          </a:p>
          <a:p>
            <a:r>
              <a:rPr lang="en-US" sz="2200" dirty="0"/>
              <a:t>Implementing stacks and queues using linked lists.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200" b="1" dirty="0"/>
              <a:t>CO5: Priority Queues, Hashing, and Trees-Related Structures</a:t>
            </a:r>
            <a:endParaRPr lang="en-US" sz="2200" dirty="0"/>
          </a:p>
          <a:p>
            <a:r>
              <a:rPr lang="en-US" sz="2200" dirty="0"/>
              <a:t>Priority Queues (Heaps): model, simple implementations, binary heap, and applications.</a:t>
            </a:r>
          </a:p>
          <a:p>
            <a:r>
              <a:rPr lang="en-US" sz="2200" dirty="0"/>
              <a:t>Hashing: introduction, hash functions, collision handling through Separate Chaining and Open Addressing.</a:t>
            </a:r>
          </a:p>
          <a:p>
            <a:endParaRPr lang="en-IN" sz="2200" dirty="0"/>
          </a:p>
          <a:p>
            <a:endParaRPr lang="en-US" sz="2200" dirty="0"/>
          </a:p>
          <a:p>
            <a:endParaRPr lang="en-IN" sz="2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703E2-9DE3-B23E-33F9-3847F72EB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DBDE9-4B63-78E2-B2D7-7FA43610F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6E041-39D8-3BA1-E10F-85A23681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764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56EB3B9-46AA-3FC2-5F98-CD9A976A7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23623"/>
            <a:ext cx="4551356" cy="257020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DAAFD6-700C-B9C3-9B08-C232295DE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233" y="1643985"/>
            <a:ext cx="5050172" cy="23874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5814A78-2583-DEC1-8A9D-42E2184ACA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47" y="4307035"/>
            <a:ext cx="3569516" cy="18905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A4207F-783E-EFC9-CB02-0944170129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863" y="4190119"/>
            <a:ext cx="2374085" cy="238363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3357D12-14C0-B973-A624-A2D8FA13C6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8905" y="4252560"/>
            <a:ext cx="2979985" cy="254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The </a:t>
            </a:r>
            <a:r>
              <a:rPr lang="en-US" sz="2200" b="1" dirty="0"/>
              <a:t>Tasty Bites Online Restaurant E-Menu &amp; Ordering System</a:t>
            </a:r>
            <a:r>
              <a:rPr lang="en-US" sz="2200" dirty="0"/>
              <a:t> provides an efficient and user-friendly platform for managing restaurant orders digitally.</a:t>
            </a:r>
          </a:p>
          <a:p>
            <a:r>
              <a:rPr lang="en-US" sz="2200" dirty="0"/>
              <a:t>The system allows customers to </a:t>
            </a:r>
            <a:r>
              <a:rPr lang="en-US" sz="2200" b="1" dirty="0"/>
              <a:t>browse the digital menu, select dishes, manage their cart, and place orders easily</a:t>
            </a:r>
            <a:r>
              <a:rPr lang="en-US" sz="2200" dirty="0"/>
              <a:t> through a centralized web interface.</a:t>
            </a:r>
          </a:p>
          <a:p>
            <a:r>
              <a:rPr lang="en-US" sz="2200" dirty="0"/>
              <a:t>It enables users to </a:t>
            </a:r>
            <a:r>
              <a:rPr lang="en-US" sz="2200" b="1" dirty="0"/>
              <a:t>choose order types such as dine-in or home delivery and select convenient payment methods</a:t>
            </a:r>
            <a:r>
              <a:rPr lang="en-US" sz="2200" dirty="0"/>
              <a:t>.</a:t>
            </a:r>
          </a:p>
          <a:p>
            <a:r>
              <a:rPr lang="en-US" sz="2200" dirty="0"/>
              <a:t>The system also allows customers to </a:t>
            </a:r>
            <a:r>
              <a:rPr lang="en-US" sz="2200" b="1" dirty="0"/>
              <a:t>rate food and share feedback</a:t>
            </a:r>
            <a:r>
              <a:rPr lang="en-US" sz="2200" dirty="0"/>
              <a:t>, helping improve service quality and customer satisfaction.</a:t>
            </a:r>
          </a:p>
          <a:p>
            <a:r>
              <a:rPr lang="en-US" sz="2200" dirty="0"/>
              <a:t>All order and customer information is </a:t>
            </a:r>
            <a:r>
              <a:rPr lang="en-US" sz="2200" b="1" dirty="0"/>
              <a:t>stored digitally, reducing manual work and improving order accuracy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09-03-2026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FCCAD80-7D0D-1E87-CF9B-65AC7F6C39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58643" y="1404901"/>
            <a:ext cx="6438250" cy="482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09-03-2026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3760</TotalTime>
  <Words>1267</Words>
  <Application>Microsoft Office PowerPoint</Application>
  <PresentationFormat>Widescreen</PresentationFormat>
  <Paragraphs>149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Custom Design</vt:lpstr>
      <vt:lpstr>Title: Online Restaurant E-Menu Realm</vt:lpstr>
      <vt:lpstr>Abstract</vt:lpstr>
      <vt:lpstr>Existing System </vt:lpstr>
      <vt:lpstr>Proposed System</vt:lpstr>
      <vt:lpstr>System Architecture</vt:lpstr>
      <vt:lpstr>Project Modules</vt:lpstr>
      <vt:lpstr>PowerPoint Presentation</vt:lpstr>
      <vt:lpstr>Objectives</vt:lpstr>
      <vt:lpstr>Co’s Attainments - FWD</vt:lpstr>
      <vt:lpstr>PowerPoint Presentation</vt:lpstr>
      <vt:lpstr>Co’s Attainments - DSA</vt:lpstr>
      <vt:lpstr>PowerPoint Presentation</vt:lpstr>
      <vt:lpstr>Screenshots for FWD &amp; DSA</vt:lpstr>
      <vt:lpstr>Conclusion</vt:lpstr>
      <vt:lpstr>Geo- Tag Photos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Karthik vanka</cp:lastModifiedBy>
  <cp:revision>57</cp:revision>
  <dcterms:created xsi:type="dcterms:W3CDTF">2022-05-20T10:20:31Z</dcterms:created>
  <dcterms:modified xsi:type="dcterms:W3CDTF">2026-03-09T17:03:44Z</dcterms:modified>
</cp:coreProperties>
</file>